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191"/>
    <p:restoredTop sz="94633"/>
  </p:normalViewPr>
  <p:slideViewPr>
    <p:cSldViewPr snapToGrid="0">
      <p:cViewPr varScale="1">
        <p:scale>
          <a:sx n="73" d="100"/>
          <a:sy n="73" d="100"/>
        </p:scale>
        <p:origin x="25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大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12" name="簡報標題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簡報標題</a:t>
            </a:r>
          </a:p>
        </p:txBody>
      </p:sp>
      <p:sp>
        <p:nvSpPr>
          <p:cNvPr id="13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簡報子標題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酪梨與萊姆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簡報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簡報標題</a:t>
            </a:r>
          </a:p>
        </p:txBody>
      </p:sp>
      <p:sp>
        <p:nvSpPr>
          <p:cNvPr id="23" name="作者和日期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24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簡報子標題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替用照片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鮭魚餅、沙拉和鷹嘴豆泥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幻燈片標題</a:t>
            </a:r>
          </a:p>
        </p:txBody>
      </p:sp>
      <p:sp>
        <p:nvSpPr>
          <p:cNvPr id="34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幻燈片子標題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燈片標題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43" name="幻燈片子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幻燈片子標題</a:t>
            </a:r>
          </a:p>
        </p:txBody>
      </p:sp>
      <p:sp>
        <p:nvSpPr>
          <p:cNvPr id="44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、項目符號與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燈片子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幻燈片子標題</a:t>
            </a:r>
          </a:p>
        </p:txBody>
      </p:sp>
      <p:sp>
        <p:nvSpPr>
          <p:cNvPr id="61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一碗搭配洋香菜奶油、烤榛子和刨絲帕瑪森起司的特寬麵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6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、項目符號與小型即時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燈片子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幻燈片子標題</a:t>
            </a:r>
          </a:p>
        </p:txBody>
      </p:sp>
      <p:sp>
        <p:nvSpPr>
          <p:cNvPr id="72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7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、項目符號與大型即時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燈片子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幻燈片子標題</a:t>
            </a:r>
          </a:p>
        </p:txBody>
      </p:sp>
      <p:sp>
        <p:nvSpPr>
          <p:cNvPr id="82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8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節標題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章節標題</a:t>
            </a:r>
          </a:p>
        </p:txBody>
      </p:sp>
      <p:sp>
        <p:nvSpPr>
          <p:cNvPr id="9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大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100" name="幻燈片子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幻燈片子標題</a:t>
            </a:r>
          </a:p>
        </p:txBody>
      </p:sp>
      <p:sp>
        <p:nvSpPr>
          <p:cNvPr id="10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程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議程標題</a:t>
            </a:r>
          </a:p>
        </p:txBody>
      </p:sp>
      <p:sp>
        <p:nvSpPr>
          <p:cNvPr id="109" name="議程副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議程副標題</a:t>
            </a:r>
          </a:p>
        </p:txBody>
      </p:sp>
      <p:sp>
        <p:nvSpPr>
          <p:cNvPr id="110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議程主題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聲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聲明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重要事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詳細資訊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詳細資訊</a:t>
            </a:r>
          </a:p>
        </p:txBody>
      </p:sp>
      <p:sp>
        <p:nvSpPr>
          <p:cNvPr id="12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名言語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處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出處</a:t>
            </a:r>
          </a:p>
        </p:txBody>
      </p:sp>
      <p:sp>
        <p:nvSpPr>
          <p:cNvPr id="136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「著名的引言」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一頁三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搭配炒飯、水煮蛋和筷子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一碗鮭魚餅、沙拉和鷹嘴豆泥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一碗搭配洋香菜奶油、烤榛子和刨絲帕瑪森起司的特寬麵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搭配炒飯、水煮蛋和筷子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3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表格 1"/>
          <p:cNvGraphicFramePr/>
          <p:nvPr/>
        </p:nvGraphicFramePr>
        <p:xfrm>
          <a:off x="3881313" y="2736850"/>
          <a:ext cx="16621373" cy="8075120"/>
        </p:xfrm>
        <a:graphic>
          <a:graphicData uri="http://schemas.openxmlformats.org/drawingml/2006/table">
            <a:tbl>
              <a:tblPr firstCol="1">
                <a:tableStyleId>{4C3C2611-4C71-4FC5-86AE-919BDF0F9419}</a:tableStyleId>
              </a:tblPr>
              <a:tblGrid>
                <a:gridCol w="143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6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328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T0_T1 &amp; T1_T2 &amp; T2_T0 comparison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394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SN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394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SN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394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SN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Macintosh PowerPoint</Application>
  <PresentationFormat>自訂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Helvetica Neue</vt:lpstr>
      <vt:lpstr>Helvetica Neue Medium</vt:lpstr>
      <vt:lpstr>21_BasicWhite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L.K. Lee (李良愷)</cp:lastModifiedBy>
  <cp:revision>1</cp:revision>
  <dcterms:modified xsi:type="dcterms:W3CDTF">2026-05-14T02:10:26Z</dcterms:modified>
</cp:coreProperties>
</file>